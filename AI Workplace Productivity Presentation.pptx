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3693-D3E6-E0C1-DE00-B4E852BCC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B6E14-98C2-7D52-174D-2348E849F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CBFC6-F877-88A9-586B-9843A32B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78C0D-3A1B-24BD-12B0-659FF31C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349BF-D817-33A5-8965-B9CBE534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8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16DC-C332-9F21-BA87-8EA2306B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162E6-E9E6-6B48-6D5B-D8DEF36C5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152FA-F0E1-86A9-DFEB-E6D5C449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77A94-7DBB-4333-D2D3-DEEFA4BE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E4624-64B5-6628-4E62-E940D3BF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1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8F79-1025-B12F-FA62-EA851E66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E430A-931F-C65F-9D71-6038F87D8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FED64-4A24-AC33-2207-061D272F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E6EA4-6F4E-7481-68C4-82F1E941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A04D1-D7D8-878F-A559-E11314CC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566D-2E7A-925A-8362-B6B8695FE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3DA9F-2BEC-D400-BB2A-BF251EFC1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6BADF-EB02-28D2-11DD-23BE8D152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7D542-2ADE-2FA1-4951-62624A7A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5B777-4CD2-AE19-B327-464D6D92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FB4A1-44D7-0124-24DF-08394353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3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8E2B-D438-BA67-5BBD-30D0C90F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778C3-BEC6-65CC-675F-0B2784BB4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6D2BF-33A1-26CD-AA79-D99EE5C2E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7A357-1C86-B246-5704-B4E09F796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409AD-557F-2664-C97B-432C8C4D0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5A0FF-6884-A549-8877-9FBEC801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7FC75-6FC3-AFB7-8152-51D91767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88120D-C6F0-78E5-9211-9FE7DDADA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3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7EE1-DC43-A08E-D55B-4A50A9E5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DFF90-2383-4B18-84AD-DA491285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D1BD5-1D81-D2DF-875E-BC986F89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4DC8E-7E20-FEB6-3B81-30235B3D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3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AF6D8-8537-1382-8483-9787254C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FEE77-D7E4-80D5-DDC5-BA1937593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D361-367B-5AA6-694A-72B2F553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39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1C84-80BB-3E4C-B217-8034CCA1F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62456-705F-1BBF-D8C1-31273B594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744DC-9F16-B5D1-CFFF-B0FD21547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6026C-8182-6CDF-593C-98A5CA3D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36982-8295-5D0D-6C24-D401FF63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67967-79CE-AFFD-06BA-744E0977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31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86C3-6B7E-A8EC-98A6-B7D6E601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B110C-DB5E-0135-2770-73771E653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9898E-5DC3-8B6D-D479-A49533A09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FB4EB-E3D5-A4E1-0A24-B0A491A3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8C4E0-4740-7960-1812-5AEBB920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11705-57C4-AE45-D2A9-0119EE1B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6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F9D8-8B81-3B68-1730-C7B1A49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E0D3D-FE42-FDEC-767C-4F3C69D94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717FB-B739-BE24-940F-3B167FC1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CEBB-060C-1E78-FC5B-AAE8F02B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88BA0-F807-C636-A092-C16ADB9C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5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2E9D9-E4C5-8897-A304-A9DF5B390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A35B2-95F3-CFF1-CDBC-7FD25C39D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B0AE3-3988-CA72-376B-83DBA024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24D76-7255-BA91-FF73-8A7771E01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FBF0-9F1D-3C15-713B-CD450D26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24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9AACD9-FE11-20BF-5311-99C425569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20CFC-F217-35DE-BD6E-9A52FF27E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8F4F1-E3D4-F6AB-752B-109817893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84878-4492-4B94-A020-7CC671B8A1E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F3B3B-632E-C676-BA87-3140C076A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E68B-0FB1-6DA3-730C-048F6ED57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69D3D-F2E3-43D7-9359-6E7F770F4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0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4ED8-952E-4384-F5E0-8742B4441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Workplace Productivity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CC0E-D705-23B8-BEB9-4480DFBAA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Nande Mpayipheli</a:t>
            </a:r>
          </a:p>
        </p:txBody>
      </p:sp>
    </p:spTree>
    <p:extLst>
      <p:ext uri="{BB962C8B-B14F-4D97-AF65-F5344CB8AC3E}">
        <p14:creationId xmlns:p14="http://schemas.microsoft.com/office/powerpoint/2010/main" val="3740608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7EAB5-7D20-19D0-236A-257A3C46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8356B-A684-AF0A-48CC-EAC06769F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management students waste more than hours daily on:</a:t>
            </a:r>
            <a:br>
              <a:rPr lang="en-US" dirty="0"/>
            </a:br>
            <a:r>
              <a:rPr lang="en-US" dirty="0"/>
              <a:t>*Drafting professional emails to clients and managers</a:t>
            </a:r>
            <a:br>
              <a:rPr lang="en-US" dirty="0"/>
            </a:br>
            <a:r>
              <a:rPr lang="en-US" dirty="0"/>
              <a:t>*Summarizing messy notes</a:t>
            </a:r>
            <a:br>
              <a:rPr lang="en-US" dirty="0"/>
            </a:br>
            <a:r>
              <a:rPr lang="en-US" dirty="0"/>
              <a:t>*Planning daily tasks by priority</a:t>
            </a:r>
            <a:br>
              <a:rPr lang="en-US" dirty="0"/>
            </a:br>
            <a:r>
              <a:rPr lang="en-US" dirty="0"/>
              <a:t>Impact: Less time for actual analysist business tasks. Stress and missed deadlines</a:t>
            </a:r>
          </a:p>
        </p:txBody>
      </p:sp>
    </p:spTree>
    <p:extLst>
      <p:ext uri="{BB962C8B-B14F-4D97-AF65-F5344CB8AC3E}">
        <p14:creationId xmlns:p14="http://schemas.microsoft.com/office/powerpoint/2010/main" val="88258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CBB5-B958-A128-DA79-97F3A88B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AI solution and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B78B3-6922-FD52-431C-F6926D669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built a prototype using 3 tools :</a:t>
            </a:r>
            <a:br>
              <a:rPr lang="en-US" dirty="0"/>
            </a:br>
            <a:r>
              <a:rPr lang="en-US" dirty="0"/>
              <a:t>1. Email Generator –Gemini</a:t>
            </a:r>
            <a:br>
              <a:rPr lang="en-US" dirty="0"/>
            </a:br>
            <a:r>
              <a:rPr lang="en-US" dirty="0"/>
              <a:t>*Prompt : Write professional email to colleagues requesting a meeting about stocktaking that is about to take place on Monday </a:t>
            </a:r>
            <a:br>
              <a:rPr lang="en-US" dirty="0"/>
            </a:br>
            <a:r>
              <a:rPr lang="en-US" dirty="0"/>
              <a:t>Results:  Full subject, body and sign off in 10 seconds </a:t>
            </a:r>
            <a:br>
              <a:rPr lang="en-US" dirty="0"/>
            </a:br>
            <a:r>
              <a:rPr lang="en-US" dirty="0"/>
              <a:t>2. Meeting Summarizer- Gemini</a:t>
            </a:r>
            <a:br>
              <a:rPr lang="en-US" dirty="0"/>
            </a:br>
            <a:r>
              <a:rPr lang="en-US" dirty="0"/>
              <a:t>*Prompt: Summarize these notes into 5 bullet points and action items</a:t>
            </a:r>
            <a:br>
              <a:rPr lang="en-US" dirty="0"/>
            </a:br>
            <a:r>
              <a:rPr lang="en-US" dirty="0"/>
              <a:t>Results Clean summary and next steps</a:t>
            </a:r>
            <a:br>
              <a:rPr lang="en-US" dirty="0"/>
            </a:br>
            <a:r>
              <a:rPr lang="en-US" dirty="0"/>
              <a:t>3.Task Planner –Gemini</a:t>
            </a:r>
            <a:br>
              <a:rPr lang="en-US" dirty="0"/>
            </a:br>
            <a:r>
              <a:rPr lang="en-US" dirty="0"/>
              <a:t>*Prompt: Prioritize these 5 tasks and create a schedule with time </a:t>
            </a:r>
            <a:br>
              <a:rPr lang="en-US" dirty="0"/>
            </a:br>
            <a:r>
              <a:rPr lang="en-US" dirty="0"/>
              <a:t>Results: Table with time, </a:t>
            </a:r>
            <a:r>
              <a:rPr lang="en-US" dirty="0" err="1"/>
              <a:t>task,priority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58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9C40-8793-D1C7-5C8F-91EBA73D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,Impact and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0F33-791A-FA15-18EC-C0562DFBB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used Google Gemini AI , </a:t>
            </a:r>
            <a:r>
              <a:rPr lang="en-US" dirty="0" err="1"/>
              <a:t>Loveble.dev</a:t>
            </a:r>
            <a:r>
              <a:rPr lang="en-US" dirty="0"/>
              <a:t>, </a:t>
            </a:r>
            <a:r>
              <a:rPr lang="en-US" dirty="0" err="1"/>
              <a:t>Github</a:t>
            </a:r>
            <a:br>
              <a:rPr lang="en-US" dirty="0"/>
            </a:br>
            <a:r>
              <a:rPr lang="en-US" dirty="0"/>
              <a:t>Impact :Saves 85% time . Two hours to 15 minutes. More focus on real work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Ethical consideration</a:t>
            </a:r>
            <a:br>
              <a:rPr lang="en-US" dirty="0"/>
            </a:br>
            <a:r>
              <a:rPr lang="en-US" dirty="0"/>
              <a:t>*Human Oversight : I reviewed all outputs before sending</a:t>
            </a:r>
            <a:br>
              <a:rPr lang="en-US" dirty="0"/>
            </a:br>
            <a:r>
              <a:rPr lang="en-US" dirty="0"/>
              <a:t>*Privacy : No personal data into AI</a:t>
            </a:r>
            <a:br>
              <a:rPr lang="en-US" dirty="0"/>
            </a:br>
            <a:r>
              <a:rPr lang="en-US" dirty="0"/>
              <a:t>*Accuracy: AI suggests, human decides</a:t>
            </a:r>
          </a:p>
        </p:txBody>
      </p:sp>
    </p:spTree>
    <p:extLst>
      <p:ext uri="{BB962C8B-B14F-4D97-AF65-F5344CB8AC3E}">
        <p14:creationId xmlns:p14="http://schemas.microsoft.com/office/powerpoint/2010/main" val="408399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239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AI Workplace Productivity Assistant</vt:lpstr>
      <vt:lpstr>The Problem</vt:lpstr>
      <vt:lpstr>My AI solution and Demo</vt:lpstr>
      <vt:lpstr>Tools ,Impact and Ethics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Nande Mpayipheli</dc:creator>
  <cp:lastModifiedBy>Nande Mpayipheli</cp:lastModifiedBy>
  <cp:revision>1</cp:revision>
  <dcterms:created xsi:type="dcterms:W3CDTF">2026-06-12T15:33:39Z</dcterms:created>
  <dcterms:modified xsi:type="dcterms:W3CDTF">2026-06-12T16:24:15Z</dcterms:modified>
</cp:coreProperties>
</file>